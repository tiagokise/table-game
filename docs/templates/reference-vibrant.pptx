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>
          <a:gsLst>
            <a:gs pos="0">
              <a:srgbClr val="8B5CF6"/>
            </a:gs>
            <a:gs pos="55000">
              <a:srgbClr val="A855F7"/>
            </a:gs>
            <a:gs pos="100000">
              <a:srgbClr val="EC4899"/>
            </a:gs>
          </a:gsLst>
          <a:lin ang="30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F3E8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3E8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aixa Topo"/>
          <p:cNvSpPr/>
          <p:nvPr/>
        </p:nvSpPr>
        <p:spPr>
          <a:xfrm>
            <a:off x="0" y="0"/>
            <a:ext cx="9144000" cy="192000"/>
          </a:xfrm>
          <a:prstGeom prst="rect">
            <a:avLst/>
          </a:prstGeom>
          <a:gradFill>
            <a:gsLst>
              <a:gs pos="0">
                <a:srgbClr val="8B5CF6"/>
              </a:gs>
              <a:gs pos="100000">
                <a:srgbClr val="EC4899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B4B"/>
      </a:dk1>
      <a:lt1>
        <a:sysClr val="window" lastClr="FFFFFF"/>
      </a:lt1>
      <a:dk2>
        <a:srgbClr val="1E1B4B"/>
      </a:dk2>
      <a:lt2>
        <a:srgbClr val="F3E8FF"/>
      </a:lt2>
      <a:accent1>
        <a:srgbClr val="8B5CF6"/>
      </a:accent1>
      <a:accent2>
        <a:srgbClr val="EC4899"/>
      </a:accent2>
      <a:accent3>
        <a:srgbClr val="38BDF8"/>
      </a:accent3>
      <a:accent4>
        <a:srgbClr val="10B981"/>
      </a:accent4>
      <a:accent5>
        <a:srgbClr val="FBBF24"/>
      </a:accent5>
      <a:accent6>
        <a:srgbClr val="F43F5E"/>
      </a:accent6>
      <a:hlink>
        <a:srgbClr val="7C3AED"/>
      </a:hlink>
      <a:folHlink>
        <a:srgbClr val="DB2777"/>
      </a:folHlink>
    </a:clrScheme>
    <a:fontScheme name="Office">
      <a:maj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E1B4B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