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E1B4B"/>
      </a:dk1>
      <a:lt1>
        <a:sysClr val="window" lastClr="FFFFFF"/>
      </a:lt1>
      <a:dk2>
        <a:srgbClr val="1E1B4B"/>
      </a:dk2>
      <a:lt2>
        <a:srgbClr val="F3E8FF"/>
      </a:lt2>
      <a:accent1>
        <a:srgbClr val="8B5CF6"/>
      </a:accent1>
      <a:accent2>
        <a:srgbClr val="EC4899"/>
      </a:accent2>
      <a:accent3>
        <a:srgbClr val="38BDF8"/>
      </a:accent3>
      <a:accent4>
        <a:srgbClr val="10B981"/>
      </a:accent4>
      <a:accent5>
        <a:srgbClr val="FBBF24"/>
      </a:accent5>
      <a:accent6>
        <a:srgbClr val="F43F5E"/>
      </a:accent6>
      <a:hlink>
        <a:srgbClr val="7C3AED"/>
      </a:hlink>
      <a:folHlink>
        <a:srgbClr val="DB2777"/>
      </a:folHlink>
    </a:clrScheme>
    <a:fontScheme name="Office">
      <a:majorFont>
        <a:latin typeface="Helvetica Neue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Helvetica Neue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1E1B4B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Helvetica Neue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Jesse Rosenthal</cp:lastModifiedBy>
  <cp:revision>5</cp:revision>
  <dcterms:created xsi:type="dcterms:W3CDTF">2017-06-05T14:10:58Z</dcterms:created>
  <dcterms:modified xsi:type="dcterms:W3CDTF">2022-01-02T22:49:03Z</dcterms:modified>
</cp:coreProperties>
</file>